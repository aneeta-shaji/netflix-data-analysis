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Overview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Well‑Defined PPT with Headings &amp; Image Placeholders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Netflix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Netflix is a global streaming platform.</a:t>
            </a:r>
          </a:p>
          <a:p>
            <a:r>
              <a:t>• Founded in 1997 as a DVD rental service.</a:t>
            </a:r>
          </a:p>
          <a:p>
            <a:r>
              <a:t>• Grew into the world's leading online streaming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Netflix Content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Movies</a:t>
            </a:r>
          </a:p>
          <a:p>
            <a:r>
              <a:t>• Web Series</a:t>
            </a:r>
          </a:p>
          <a:p>
            <a:r>
              <a:t>• Documentaries</a:t>
            </a:r>
          </a:p>
          <a:p>
            <a:r>
              <a:t>• Anime</a:t>
            </a:r>
          </a:p>
          <a:p>
            <a:r>
              <a:t>• Netflix Originals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Influencing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High-quality original shows and movies.</a:t>
            </a:r>
          </a:p>
          <a:p>
            <a:r>
              <a:t>• Global availability in 190+ countries.</a:t>
            </a:r>
          </a:p>
          <a:p>
            <a:r>
              <a:t>• Personalized content recommendations.</a:t>
            </a:r>
          </a:p>
          <a:p>
            <a:r>
              <a:t>• Multi-device streaming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Influencing Images (Add Later)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Insert images such as Netflix logo, posters of popular shows, UI screenshots,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